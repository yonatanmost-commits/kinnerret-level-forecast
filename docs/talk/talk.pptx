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red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 This picture, like the others in this talk, is AI-made.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national authorities: the Water Authority for the lake's level, the Hydrological Service for the rivers, above all the Jordan, and the Meteorological Service for the rain, the heat, the wind and the sun.</a:t>
            </a:r>
          </a:p>
          <a:p>
            <a:r>
              <a:t>Finding them took a while; the river data was the hardest to find. Three agencies, three formats, and none of it made to be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The teal steps are data. Most of the movement came from data, not from the model.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2022, and the Yarmuk record ends in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1">
                <a:solidFill>
                  <a:srgbClr val="1D1D1B"/>
                </a:solidFill>
                <a:latin typeface="Georgia"/>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entaur.png"/>
          <p:cNvPicPr>
            <a:picLocks noChangeAspect="1"/>
          </p:cNvPicPr>
          <p:nvPr/>
        </p:nvPicPr>
        <p:blipFill>
          <a:blip r:embed="rId2"/>
          <a:srcRect l="389" r="389"/>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1">
                <a:solidFill>
                  <a:srgbClr val="1D1D1B"/>
                </a:solidFill>
                <a:latin typeface="Georgia"/>
              </a:rPr>
              <a:t>Yonatan Most</a:t>
            </a:r>
          </a:p>
          <a:p>
            <a:pPr algn="l"/>
            <a:r>
              <a:rPr sz="4000" b="1">
                <a:solidFill>
                  <a:srgbClr val="1D1D1B"/>
                </a:solidFill>
                <a:latin typeface="Georgia"/>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week.png</a:t>
            </a:r>
          </a:p>
          <a:p>
            <a:pPr algn="ctr"/>
            <a:r>
              <a:rPr sz="2400" b="0">
                <a:solidFill>
                  <a:srgbClr val="5F5D57"/>
                </a:solidFill>
                <a:latin typeface="Segoe UI"/>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sources.png</a:t>
            </a:r>
          </a:p>
          <a:p>
            <a:pPr algn="ctr"/>
            <a:r>
              <a:rPr sz="2400" b="0">
                <a:solidFill>
                  <a:srgbClr val="5F5D57"/>
                </a:solidFill>
                <a:latin typeface="Segoe UI"/>
              </a:rPr>
              <a:t>(prompt in images/sources.prompt.txt)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pipeline.png</a:t>
            </a:r>
          </a:p>
          <a:p>
            <a:pPr algn="ctr"/>
            <a:r>
              <a:rPr sz="2400" b="0">
                <a:solidFill>
                  <a:srgbClr val="5F5D57"/>
                </a:solidFill>
                <a:latin typeface="Segoe UI"/>
              </a:rPr>
              <a:t>(prompt in images/pipeline.prompt.txt)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model.png</a:t>
            </a:r>
          </a:p>
          <a:p>
            <a:pPr algn="ctr"/>
            <a:r>
              <a:rPr sz="2400" b="0">
                <a:solidFill>
                  <a:srgbClr val="5F5D57"/>
                </a:solidFill>
                <a:latin typeface="Segoe UI"/>
              </a:rPr>
              <a:t>(prompt in images/model.prompt.txt)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persona.png</a:t>
            </a:r>
          </a:p>
          <a:p>
            <a:pPr algn="ctr"/>
            <a:r>
              <a:rPr sz="2400" b="0">
                <a:solidFill>
                  <a:srgbClr val="5F5D57"/>
                </a:solidFill>
                <a:latin typeface="Segoe UI"/>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1">
                <a:solidFill>
                  <a:srgbClr val="1D1D1B"/>
                </a:solidFill>
                <a:latin typeface="Georgia"/>
              </a:rPr>
              <a:t>The newest oldest trick in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rain.png</a:t>
            </a:r>
          </a:p>
          <a:p>
            <a:pPr algn="ctr"/>
            <a:r>
              <a:rPr sz="2400" b="0">
                <a:solidFill>
                  <a:srgbClr val="5F5D57"/>
                </a:solidFill>
                <a:latin typeface="Segoe UI"/>
              </a:rPr>
              <a:t>(prompt in images/rain.prompt.txt)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lesson.png</a:t>
            </a:r>
          </a:p>
          <a:p>
            <a:pPr algn="ctr"/>
            <a:r>
              <a:rPr sz="2400" b="0">
                <a:solidFill>
                  <a:srgbClr val="5F5D57"/>
                </a:solidFill>
                <a:latin typeface="Segoe UI"/>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1">
                <a:solidFill>
                  <a:srgbClr val="1D1D1B"/>
                </a:solidFill>
                <a:latin typeface="Georgia"/>
              </a:rPr>
              <a:t>Ride the flow, or take the wheel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push.png</a:t>
            </a:r>
          </a:p>
          <a:p>
            <a:pPr algn="ctr"/>
            <a:r>
              <a:rPr sz="2400" b="0">
                <a:solidFill>
                  <a:srgbClr val="5F5D57"/>
                </a:solidFill>
                <a:latin typeface="Segoe UI"/>
              </a:rPr>
              <a:t>(prompt in images/push.prompt.txt)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silent.png</a:t>
            </a:r>
          </a:p>
          <a:p>
            <a:pPr algn="ctr"/>
            <a:r>
              <a:rPr sz="2400" b="0">
                <a:solidFill>
                  <a:srgbClr val="5F5D57"/>
                </a:solidFill>
                <a:latin typeface="Segoe UI"/>
              </a:rPr>
              <a:t>(prompt in images/silent.prompt.txt)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sensors.png</a:t>
            </a:r>
          </a:p>
          <a:p>
            <a:pPr algn="ctr"/>
            <a:r>
              <a:rPr sz="2400" b="0">
                <a:solidFill>
                  <a:srgbClr val="5F5D57"/>
                </a:solidFill>
                <a:latin typeface="Segoe UI"/>
              </a:rPr>
              <a:t>(prompt in images/sensors.prompt.txt)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share.png</a:t>
            </a:r>
          </a:p>
          <a:p>
            <a:pPr algn="ctr"/>
            <a:r>
              <a:rPr sz="2400" b="0">
                <a:solidFill>
                  <a:srgbClr val="5F5D57"/>
                </a:solidFill>
                <a:latin typeface="Segoe UI"/>
              </a:rPr>
              <a:t>(prompt in images/share.prompt.txt)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brain.png</a:t>
            </a:r>
          </a:p>
          <a:p>
            <a:pPr algn="ctr"/>
            <a:r>
              <a:rPr sz="2400" b="0">
                <a:solidFill>
                  <a:srgbClr val="5F5D57"/>
                </a:solidFill>
                <a:latin typeface="Segoe UI"/>
              </a:rPr>
              <a:t>(prompt in images/brain.prompt.txt)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525780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